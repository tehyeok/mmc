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학위논문 파이프라인 개발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· 문제점 · 해결 방안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88720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SAM-3D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2743200"/>
            <a:ext cx="1188720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MHR→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1188720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gsplat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1188720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1188720" cy="731520"/>
          </a:xfrm>
          <a:prstGeom prst="rect">
            <a:avLst/>
          </a:prstGeom>
          <a:solidFill>
            <a:srgbClr val="7F1D1D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880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2743200"/>
            <a:ext cx="1188720" cy="731520"/>
          </a:xfrm>
          <a:prstGeom prst="rect">
            <a:avLst/>
          </a:prstGeom>
          <a:solidFill>
            <a:srgbClr val="7F1D1D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743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현재: OpenSim IK 단계에서 마커 매칭 + 모델 스케일링 문제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2026.04.16  |  최재혁  |  동아대학교 스포츠의학과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해결된 것들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gsplat differentiable rendering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999프레임 · 28분 · A100 · loss 5.8% 개선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9164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105-마커 SMPL 정점 매핑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39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SMPL2AddBiomechanics bsm_markers.yaml 활용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6888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14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파일 생성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816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(정제 전) + refined (정제 후) 222프레임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4612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 4.5.2 설치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93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Rajagopal 전신 모델 (39 DOF, 66 마커) 로딩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023360"/>
            <a:ext cx="54864" cy="685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데이터 확보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370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body_pose_init + body_pose_refined 동시 저장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1 + 해결: body_pose_params 형식 불일치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SAM-3D-Body 출력: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body_pose_params: (133,)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MHR 127관절 자체 포맷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SMPL 기대값: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body_pose: (69,)  23관절×3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133 ≠ 69  직접 대응 불가!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60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7시점 reproj fitting 결과를
초기값으로 사용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SAM-3D-Body body_pose (X)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 교체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reproj fitting SMPL (O)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Rh, Th, poses, shapes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222프레임, 153.5px reproj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SD 120~170° → v2 SD 9~26° (안정화), 내부 상관 r=0.79~0.96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2 + 해결: 관절각도 산출 방식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정점 기반 JCS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left-handed, sign flip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*내부 상관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v3: 관절 기반 JCS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개선, 하지만 불안정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*내부 상관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body_pose 오일러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안정, Vicon과 불일치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0.96*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*내부 상관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</a:rPr>
              <a:t>↓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94436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SAM4DCap 방식 — OpenSim IK Solver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4747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6,890 정점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3611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86000" y="34747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105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마커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0" y="3611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840480" y="34747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3611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34747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Solver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3611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49440" y="3474720"/>
            <a:ext cx="1371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 표준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관절각도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Vicon Plug-in Gait과 동일한 ISB 표준으로 각도 산출 → 사과 대 사과 비교 가능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3 + 해결: 마커 이름 매칭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94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마커 (TRC)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LSHO  → 어깨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LELB  → 팔꿈치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LFWT  → 골반 전방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LKNE  → 무릎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LANK  → 발목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1945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Rajagopal 모델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LACR  → 견봉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LLEL  → 외측 팔꿈치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LASI  → 전상장골극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LLFC  → 외측 대퇴과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LLMAL → 외측 복사뼈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≠ 이름 다름!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BSM → Rajagopal 이름 변환 테이블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LSHO → LACR    LELB → LLEL    LFWT → LASI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LKNE → LLFC    LANK → LLMAL   LWRA → LFAradius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총 38개 매칭 (66개 모델 마커 중 58% 커버)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이슈: TRC 파일 파싱 시 탭 구분자 오류 → 수정 필요 (1일)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4 + 해결: 모델 스케일링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 없이 IK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 모델: 170cm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피험자:    179.7cm, 82kg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knee_angle_l:  0.0 ± 0.0°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arm_flex_r:    0.0 ± 0.0°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range limit 포화!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 후 IK (목표)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ScaleTool로 체형 맞춤: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길이 × scale_factor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knee_angle_l:  실제 ROM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arm_flex_r:    투구 동작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Vicon과 비교 가능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방법 (2가지)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A: OpenSim ScaleTool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마커 쌍 간 거리 비율로
body segment 길이 자동 조정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로컬 실행, 완전 제어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3931920" cy="10058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B: AddBiomechanics 웹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업로드 → 자동 스케일링 +
IK + 역동역학까지 한번에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addbiomechanics.org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해결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91440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55448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마커 이름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 수정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BSM→Rajagopal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38개 매칭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91440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11680" y="1645920"/>
            <a:ext cx="155448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피험자 체형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스케일링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91440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49040" y="1645920"/>
            <a:ext cx="155448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재실행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DOF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관절각도 산출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91440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0" y="1645920"/>
            <a:ext cx="155448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plate 기반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투구 구간 동기화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26680" y="91440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3" name="Text 31"/>
          <p:cNvSpPr/>
          <p:nvPr/>
        </p:nvSpPr>
        <p:spPr>
          <a:xfrm>
            <a:off x="772668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223760" y="1645920"/>
            <a:ext cx="1554480" cy="1463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CMC/ICC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Vicon 비교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변수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2834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산출물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Table: gsplat 정제 전/후 CMC 비교 (논문 핵심 기여)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변수: knee flex, trunk tilt×3, shoulder abd/horiz/rot, elbow flex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통계: CMC ≥ 0.85, ICC ≥ 0.80, RMSE &lt; 7° (목표)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그래프: Bland-Altman, 시간 정규화 파형 비교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남은 타임라인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0" cy="3108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051560"/>
            <a:ext cx="274320" cy="2743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마커 매칭 수정 + 파싱 오류 해결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1691640"/>
            <a:ext cx="274320" cy="2743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스케일링 + IK 재실행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33172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Vicon 비교 + 통계 (CMC, ICC, RMSE, Bland-Altman)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97180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III장 파이프라인 + IV장 결과 재작성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3611880"/>
            <a:ext cx="274320" cy="2743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566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 리뷰 → 수정 → 본심사 제출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5~6월 본심사 제출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학위논문 파이프라인 — 현황, 문제점, 해결 방안</dc:title>
  <dc:subject>PptxGenJS Presentation</dc:subject>
  <dc:creator>최재혁</dc:creator>
  <cp:lastModifiedBy>최재혁</cp:lastModifiedBy>
  <cp:revision>1</cp:revision>
  <dcterms:created xsi:type="dcterms:W3CDTF">2026-04-16T08:30:02Z</dcterms:created>
  <dcterms:modified xsi:type="dcterms:W3CDTF">2026-04-16T08:30:02Z</dcterms:modified>
</cp:coreProperties>
</file>